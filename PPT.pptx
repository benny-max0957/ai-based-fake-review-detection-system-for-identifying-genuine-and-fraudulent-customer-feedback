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82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Gas Leakage Detection and Emergency Alert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Residential and Industrial Safety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AD3EC-36B0-F62F-5604-5FE53DA25C4E}"/>
              </a:ext>
            </a:extLst>
          </p:cNvPr>
          <p:cNvSpPr txBox="1"/>
          <p:nvPr/>
        </p:nvSpPr>
        <p:spPr>
          <a:xfrm>
            <a:off x="9820645" y="6211571"/>
            <a:ext cx="2371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GAJJARAPU BENNY HIN</a:t>
            </a:r>
            <a:br>
              <a:rPr lang="en-IN" dirty="0"/>
            </a:br>
            <a:r>
              <a:rPr lang="en-IN" dirty="0"/>
              <a:t>323129520054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9176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05334"/>
            <a:ext cx="6296860" cy="14139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502" y="1616770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Hazardous Consequences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74502" y="2017316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 leaks in homes, laboratories, and industrial facilities can cause fires, explosions, health hazards, and property damage.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02459"/>
            <a:ext cx="6296860" cy="14139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4502" y="3213894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Delayed Detection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974502" y="3614440"/>
            <a:ext cx="57724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 leaks may not be detected promptly, and traditional systems often depend on local alarms that fail to notify absent occupants.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99583"/>
            <a:ext cx="6296860" cy="17092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4502" y="4811018"/>
            <a:ext cx="57724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Gap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74502" y="5211564"/>
            <a:ext cx="577240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pressing need for continuous gas monitoring and immediate emergency alerts to improve safety and reduce accident risks.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98229"/>
            <a:ext cx="6903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Gas Leakage Detection and Emergency Alert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277791"/>
            <a:ext cx="6903269" cy="20788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monitor gas concentrations using IoT-enabled gas sensors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hazardous gas concentrations in real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immediate emergency notifications when gas levels exceed predefined safety limits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centralized monitoring through a secure and user-friendly 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automated warning alarms and safety mechanisms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gas concentration levels and detect leakage at an early stage.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real-time emergency notifications and activate warning alarms automatically.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Control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centralized monitoring of connected gas sensors across all facilities.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Safety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residential and industrial safety and reduce accident risks with reliable emergency response.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77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06464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506464"/>
            <a:ext cx="174491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MQ-Series Gas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210421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detection hardware for identifying hazardous gas concentrations in the environment.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06464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506464"/>
            <a:ext cx="174501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505696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 sensor data wirelessly to the cloud platform for processing and monitoring.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06464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506464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Connectivity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210421"/>
            <a:ext cx="17450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remote monitoring, data management, and centralized system oversight from anywhere.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06464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506464"/>
            <a:ext cx="174501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Warning Alarms &amp; Safety Mechanisms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505696"/>
            <a:ext cx="17450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emergency notification and automated safety response when dangerous levels are detected.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 of Gas Detection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6346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Multi-Gas Detection Capability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165971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to identify three critical categories of hazardous gases, each posing distinct risks to occupants and infrastructure.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447256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LPG: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Commonly associated with residential and commercial gas usage — highly flammable and explosive.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Methane: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hazardous combustible gas requiring continuous monitoring in industrial and laboratory settings.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Carbon Monoxide: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odorless, invisible gas that demands early detection to prevent poisoning.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1058" y="3893046"/>
            <a:ext cx="5315512" cy="375047"/>
          </a:xfrm>
          <a:prstGeom prst="roundRect">
            <a:avLst>
              <a:gd name="adj" fmla="val 10914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971131"/>
            <a:ext cx="121738" cy="97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658" y="3962499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measured concentration exceeds predefined safety limits, the system immediately initiates emergency response protocols.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6758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293985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671521"/>
            <a:ext cx="1902004" cy="38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 sensors monitor environment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962227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339763"/>
            <a:ext cx="191245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MQ-series detect concentrations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161880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539417"/>
            <a:ext cx="1902003" cy="5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Modules send readings to IoT system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962227"/>
            <a:ext cx="190200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339763"/>
            <a:ext cx="190200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processes and compares limits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020792"/>
            <a:ext cx="1086874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operates as a fully automated pipeline — from continuous environmental sensing through MQ-series hardware, to cloud-based processing, threshold comparison, and immediate multi-channel emergency notification — ensuring no hazardous event goes undetected or unaddressed.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984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Monitoring and Emergency Alerts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44613"/>
            <a:ext cx="6296860" cy="4033441"/>
          </a:xfrm>
          <a:prstGeom prst="roundRect">
            <a:avLst>
              <a:gd name="adj" fmla="val 19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150963"/>
            <a:ext cx="6284160" cy="2194620"/>
          </a:xfrm>
          <a:custGeom>
            <a:avLst/>
            <a:gdLst/>
            <a:ahLst/>
            <a:cxnLst/>
            <a:rect l="l" t="t" r="r" b="b"/>
            <a:pathLst>
              <a:path w="6284160" h="2194620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2194620"/>
                </a:lnTo>
                <a:lnTo>
                  <a:pt x="0" y="2194620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233997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Monitoring Capabilities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2748657"/>
            <a:ext cx="5906146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gas concentration monitoring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sensor 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 history and environmental conditions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system health visibility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4345583"/>
            <a:ext cx="6284160" cy="1826121"/>
          </a:xfrm>
          <a:custGeom>
            <a:avLst/>
            <a:gdLst/>
            <a:ahLst/>
            <a:cxnLst/>
            <a:rect l="l" t="t" r="r" b="b"/>
            <a:pathLst>
              <a:path w="6284160" h="1826121">
                <a:moveTo>
                  <a:pt x="0" y="0"/>
                </a:moveTo>
                <a:lnTo>
                  <a:pt x="6284160" y="0"/>
                </a:lnTo>
                <a:lnTo>
                  <a:pt x="6284160" y="1759963"/>
                </a:lnTo>
                <a:arcTo wR="66156" hR="66158" stAng="0" swAng="5400000"/>
                <a:lnTo>
                  <a:pt x="66156" y="1826121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34558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5345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Emergency Response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943277"/>
            <a:ext cx="590614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notifications to users and emergency personnel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Warning alarms activated during hazardous conditions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safety response when predefined limits are exceeded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912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Benefits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02445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It Can Be Deployed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2729"/>
            <a:ext cx="753051" cy="753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4479" y="1672729"/>
            <a:ext cx="4377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Residential Buildings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76413"/>
            <a:ext cx="753051" cy="753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4479" y="2576413"/>
            <a:ext cx="4377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Industrial Facilities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80098"/>
            <a:ext cx="753051" cy="753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4479" y="3480098"/>
            <a:ext cx="4377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Laboratories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383782"/>
            <a:ext cx="753051" cy="753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4479" y="4383782"/>
            <a:ext cx="4377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Restaurants &amp; Warehouses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287466"/>
            <a:ext cx="753051" cy="7530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34479" y="5287466"/>
            <a:ext cx="437762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Commercial Facilities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6285946" y="1302445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Benefits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285946" y="1657747"/>
            <a:ext cx="5250624" cy="2025749"/>
          </a:xfrm>
          <a:prstGeom prst="rect">
            <a:avLst/>
          </a:prstGeom>
          <a:noFill/>
          <a:ln/>
        </p:spPr>
        <p:txBody>
          <a:bodyPr wrap="square" lIns="0" tIns="6025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gas leakage detection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emergency notification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public and industrial safety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accident risks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safety monitoring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 monitoring through IoT and cloud connectivity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and centralized system management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solution for different types of facilities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79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8289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and Future Impact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1238417" y="1480840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Detection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238417" y="1865312"/>
            <a:ext cx="571991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IoT-based monitoring enables early identification of hazardous gas concentrations, providing an intelligent approach to leakage detection and emergency response.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8417" y="3115072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Rapid Response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238417" y="3499545"/>
            <a:ext cx="571991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alerts help users and emergency personnel respond quickly, while automated warning alarms and safety mechanisms improve protection during emergencies.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8417" y="4749304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&amp; Secure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238417" y="5133777"/>
            <a:ext cx="5719917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secure, scalable, and applicable across residential, industrial, laboratory, restaurant, warehouse, and commercial environments — supporting safer facilities and reliable emergency response.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Widescreen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2026-08-20T04:30:22Z</dcterms:created>
  <dcterms:modified xsi:type="dcterms:W3CDTF">2026-10-02T17:14:02Z</dcterms:modified>
</cp:coreProperties>
</file>